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x:presentation xmlns:x="http://schemas.openxmlformats.org/presentationml/2006/main">
  <x:sldMasterIdLst/>
  <x:sldIdLst/>
  <x:sldSz cx="9144000" cy="6858000"/>
  <x:notesSz cx="6858000" cy="9144000"/>
</x:presentation>
</file>